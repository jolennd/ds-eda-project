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Rodriguez is buying two properties at once: a country home where timing and a willingness to skip renovated listings are priorities, and a city home where speed and centrality matter most. Everything in this deck is built to serve those two, sometimes opposite,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question behind the whole analysis: what actually drives home prices in King County. We break it into three specific, testable hypotheses next, then answer each one for William's two searches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working with a full year of King County home sales, just over 21,500 transactions, joined to the county's property detail records so we know size, condition, location, and renovation history for every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research questions guided the analysis: does where a home sits drive its price, does renovation status change what buyers pay, and is there a seasonal pattern that points to a better or worse time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Homes in the closest quarter of the market to downtown Seattle sell for a median $345 per square foot, versus $220 for the rest of the county — a 57 percent premium. Large-lot homes don't sell for less in total, but they are cheaper per square foot, since more of the price is land rather than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Among large-lot properties, renovated homes have a median price of $712,500 versus $530,000 for non-renovated ones, a 34 percent premium. Ninety-seven percent of homes countywide have no renovation on record, so non-renovated is both the typical listing and the cheaper one — good news given the client's preference.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country homes specifically, median price is lowest in August and highest in April, while sales volume is lowest in January and peaks in May. City homes actually follow a different pattern — their median price is lowest in November and highest in March — so the two searches shouldn't be timed the same way. Since timing matters most for the country home, August is the window we recommend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city home, zip code 98118 is the closest high-turnover zip to downtown at 7.9 kilometers, with the most sales activity among affordable central zips — 507 sales in the window — and the lowest median price of that group at $367,500. 98103, 98115, and 98117 are close backups. Worth noting too: since this is a household of 2, sticking to 1 to 3 bedroom listings covers 59 percent of the market and avoids paying a roughly 41 percent premium for bedrooms that won't get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country home, zip codes 98010 and 98014 stand out: genuinely large-lot areas more than 30 kilometers from downtown, where 68 to 85 percent of homes qualify as large-lot versus a 25 percent cutoff countywide, with affordable medians of $360,000 and $415,000. Non-renovated listings are both the norm and the better deal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recap: city home in zip 98118 filtered to 1-3 bedrooms, country home in zip 98010 or 98014 leaning non-renovated, and if timing matters for the country search, August for the lowest price or May for more inventory at a small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full picture — happy to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686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Homes,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Home Search for William Rodriguez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County Housing Market Analysis   ·   Sales from May 2014 – May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2377440"/>
            <a:ext cx="1737360" cy="173736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674" y="2829154"/>
            <a:ext cx="833933" cy="8339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  —  buyer, household of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DCEEF2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932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51560" y="365760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move fast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central location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36792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1EBDA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48272" y="233172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90" y="25932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36992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8272" y="36576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possible timing to buy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(actually prefers) non-renovated homes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factors influence the price of homes in King County?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805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and recommendation in this deck traces back to this one question — answered specifically for William's two searches, not the market in general.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0" y="5394960"/>
            <a:ext cx="1188720" cy="118872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7467" y="5704027"/>
            <a:ext cx="570586" cy="5705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1689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02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Looked At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21,597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sales analyzed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3484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2014 – May 2015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County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Seattle &amp; surrounding area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records were joined against county property details — size, condition, location, and renovation history — for every transaction in the window.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Hypotheses We Tested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96596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203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3172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1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drive price?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97280" y="3383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" y="36210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331720" y="3520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2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renovation status matter?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097280" y="480060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50383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331720" y="4937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3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best time to buy?</a:t>
            </a:r>
            <a:endParaRPr lang="en-US" sz="2400" dirty="0"/>
          </a:p>
        </p:txBody>
      </p:sp>
      <p:sp>
        <p:nvSpPr>
          <p:cNvPr id="13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Commands a Premium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within ~6 miles of downtown Seattle costs about 57% more per square foot than one farther out.</a:t>
            </a:r>
            <a:endParaRPr lang="en-US" sz="1600" dirty="0"/>
          </a:p>
        </p:txBody>
      </p:sp>
      <p:pic>
        <p:nvPicPr>
          <p:cNvPr id="4" name="Image 0" descr="chart_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39496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Large-lot “country” homes don’t sell for less overall — but they do cost less per square foot of living space, since the buyer is paying for land, not finished floor area.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Non-Renovated Homes Cost Less — By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non-renovated homes are both the norm (97% of listings) and the cheaper option — a ~34% savings among large-lot homes.</a:t>
            </a:r>
            <a:endParaRPr lang="en-US" sz="1600" dirty="0"/>
          </a:p>
        </p:txBody>
      </p:sp>
      <p:pic>
        <p:nvPicPr>
          <p:cNvPr id="4" name="Image 0" descr="chart_reno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39496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King County homes have no renovation on record. Non-renovated isn’t a compromise here — it’s the typical listing, which lines up well with William’s stated preference.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Buy Determines What You Pay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country homes, August is the cheapest month to close (median $493,725) — worth timing around if savings matter most.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homes specifically — city homes follow a different, later-year pattern.</a:t>
            </a:r>
            <a:endParaRPr lang="en-US" sz="1300" dirty="0"/>
          </a:p>
        </p:txBody>
      </p:sp>
      <p:pic>
        <p:nvPicPr>
          <p:cNvPr id="5" name="Image 0" descr="chart_ti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783080"/>
            <a:ext cx="10058400" cy="36758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 – $493,725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median price for country homes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220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– 604 sales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17220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country-home listings to choose from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55A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City Home  →  Zip 98118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98118 is the closest high-turnover, affordable zip to downtown — the strongest match for “fast and central.”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6D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98118 circled.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 km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 — the closest of the high-turnover zips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507 sales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12-month window — highest turnover among affordable central zips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$367,500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the most affordable of that group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98103, 98115, and 98117 are strong second choices. Filter to 1–3 bedrooms — plenty for a household of 2, avoiding a ~41% size premium.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E46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Country Home  →  Zip 98010 or 98014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98010 and 98014 are genuinely rural, affordable, and still liquid enough to search — the strongest match for William's timing and non-renovated preference.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4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98010 &amp; 98014 circled.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km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— genuinely rural, not just “outside city limits”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68–85%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homes in these zips are large-lot — real country character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$360K–$415K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well below the county median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into non-renovated listings here — they’re the majority of homes and meaningfully cheaper.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Recommendations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02082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11680" y="1737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846320" y="1709928"/>
            <a:ext cx="6675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98118 — closest high-turnover, affordable zip to downtown. Filter to 1–3 bedrooms.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3355848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593592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33101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4846320" y="3282696"/>
            <a:ext cx="6675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98010 or 98014 — genuinely rural and affordable. Lean into non-renovated listings.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4928616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5166360"/>
            <a:ext cx="438912" cy="4389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011680" y="488289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4846320" y="4855464"/>
            <a:ext cx="6675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home: close in August for the lowest price ($493,725), or May for ~18% more inventory at only a ~9% premium. City home: timing matters less since speed comes first, but November is the cheapest month ($537,500) if there's flexibility — the two searches don't share one seasonal pattern.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84648" y="2103120"/>
            <a:ext cx="1828800" cy="18288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578608"/>
            <a:ext cx="877824" cy="8778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06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2026-07-24T15:55:07Z</dcterms:created>
  <dcterms:modified xsi:type="dcterms:W3CDTF">2026-07-24T15:55:07Z</dcterms:modified>
</cp:coreProperties>
</file>