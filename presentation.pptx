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per Square Foot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 per Sqft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Central Seattle
(closest 25%)</c:v>
                  </c:pt>
                  <c:pt idx="1">
                    <c:v>Rest of
King County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345</c:v>
                </c:pt>
                <c:pt idx="1">
                  <c:v>220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Price — Large-Lot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626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Non-Renovated</c:v>
                  </c:pt>
                  <c:pt idx="1">
                    <c:v>Renovated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530000</c:v>
                </c:pt>
                <c:pt idx="1">
                  <c:v>712500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626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62626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262626"/>
                </a:solidFill>
                <a:latin typeface="Calibri"/>
              </a:rPr>
              <a:t>Median Sale Price by Month — Country Homes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Price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524112</c:v>
                </c:pt>
                <c:pt idx="1">
                  <c:v>519500</c:v>
                </c:pt>
                <c:pt idx="2">
                  <c:v>530000</c:v>
                </c:pt>
                <c:pt idx="3">
                  <c:v>575000</c:v>
                </c:pt>
                <c:pt idx="4">
                  <c:v>540000</c:v>
                </c:pt>
                <c:pt idx="5">
                  <c:v>552000</c:v>
                </c:pt>
                <c:pt idx="6">
                  <c:v>550000</c:v>
                </c:pt>
                <c:pt idx="7">
                  <c:v>493725</c:v>
                </c:pt>
                <c:pt idx="8">
                  <c:v>540000</c:v>
                </c:pt>
                <c:pt idx="9">
                  <c:v>535000</c:v>
                </c:pt>
                <c:pt idx="10">
                  <c:v>525000</c:v>
                </c:pt>
                <c:pt idx="11">
                  <c:v>515000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26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&quot;$&quot;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question behind the whole analysis: what actually drives home prices in King County. We break it into three specific, testable hypotheses next, then answer each one for William's two searches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recap: city home in zip 98118 filtered to 1-3 bedrooms, country home in zip 98010 or 98014 leaning non-renovated, and if timing matters for the country search, August for the lowest price or May for more inventory at a small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factors influence the price of homes in King County?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805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and recommendation in this deck traces back to this one question — answered specifically for William's two searches, not the market in general.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0" y="5394960"/>
            <a:ext cx="1188720" cy="118872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7467" y="5704027"/>
            <a:ext cx="570586" cy="5705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Hypotheses We Tested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3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  <p:sp>
        <p:nvSpPr>
          <p:cNvPr id="13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within ~6 miles of downtown Seattle costs about 57% more per square foot than one farther out.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22960" y="187452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 — By Design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non-renovated homes are both the norm (97% of listings) and the cheaper option — a ~34% savings among large-lot homes.</a:t>
            </a:r>
            <a:endParaRPr lang="en-US" sz="1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22960" y="187452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King County homes have no renovation on record. Non-renovated isn’t a compromise here — it’s the typical listing, which lines up well with William’s stated preference.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Determines What You Pay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country homes, August is the cheapest month to close (median $493,725) — worth timing around if savings matter most.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20240"/>
          <a:ext cx="1106424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17220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98118 is the closest high-turnover, affordable zip to downtown — the strongest match for “fast and central.”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6D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98118 circled.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choices. Filter to 1–3 bedrooms — plenty for a household of 2, avoiding a ~41% size premium.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LINE:  </a:t>
            </a:r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98010 and 98014 are genuinely rural, affordable, and still liquid enough to search — the strongest match for William's timing and non-renovated preference.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44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98010 &amp; 98014 circled.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Recommendations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06654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11680" y="178308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846320" y="178308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98118 — closest high-turnover, affordable zip to downtown. Filter to 1–3 bedrooms.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822960" y="324612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483864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320040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846320" y="320040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98010 or 98014 — genuinely rural and affordable. Lean into non-renovated listings.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22960" y="466344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4901184"/>
            <a:ext cx="438912" cy="4389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011680" y="461772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4846320" y="4617720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in August for the lowest country-home price ($493,725), or May for ~18% more inventory at only a ~9% premium.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4648" y="2103120"/>
            <a:ext cx="1828800" cy="18288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578608"/>
            <a:ext cx="877824" cy="8778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2026-07-24T14:45:43Z</dcterms:created>
  <dcterms:modified xsi:type="dcterms:W3CDTF">2026-07-24T14:45:43Z</dcterms:modified>
</cp:coreProperties>
</file>